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225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</a:rPr>
              <a:t>GPA Architecture: Phase 3a (Current)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594360"/>
            <a:ext cx="1225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C3E50"/>
                </a:solidFill>
              </a:rPr>
              <a:t>File-based audit trail with JWS signatures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2286000" cy="914400"/>
          </a:xfrm>
          <a:prstGeom prst="roundRect">
            <a:avLst/>
          </a:prstGeom>
          <a:solidFill>
            <a:srgbClr val="028090"/>
          </a:solidFill>
          <a:ln w="25400">
            <a:solidFill>
              <a:srgbClr val="2C3E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Provider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Input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91840" y="1828800"/>
            <a:ext cx="7315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0" y="1371600"/>
            <a:ext cx="2286000" cy="914400"/>
          </a:xfrm>
          <a:prstGeom prst="roundRect">
            <a:avLst/>
          </a:prstGeom>
          <a:solidFill>
            <a:srgbClr val="00A896"/>
          </a:solidFill>
          <a:ln w="25400">
            <a:solidFill>
              <a:srgbClr val="2C3E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5544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 Agents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 Gates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92240" y="1828800"/>
            <a:ext cx="7315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0" y="1371600"/>
            <a:ext cx="2286000" cy="914400"/>
          </a:xfrm>
          <a:prstGeom prst="roundRect">
            <a:avLst/>
          </a:prstGeom>
          <a:solidFill>
            <a:srgbClr val="02C39A"/>
          </a:solidFill>
          <a:ln w="25400">
            <a:solidFill>
              <a:srgbClr val="2C3E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0" y="155448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JSONL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Signatures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692640" y="1828800"/>
            <a:ext cx="7315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515600" y="1371600"/>
            <a:ext cx="1828800" cy="914400"/>
          </a:xfrm>
          <a:prstGeom prst="roundRect">
            <a:avLst/>
          </a:prstGeom>
          <a:solidFill>
            <a:srgbClr val="52AA5E"/>
          </a:solidFill>
          <a:ln w="25400">
            <a:solidFill>
              <a:srgbClr val="2C3E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0" y="1737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Verify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743200"/>
            <a:ext cx="1188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</a:rPr>
              <a:t>Key Features: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1089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</a:rPr>
              <a:t>✓ Storage: Local JSONL files (decision_log/)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1520" y="34747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</a:rPr>
              <a:t>✓ Signatures: RSA-PSS SHA-256 on each record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31520" y="38404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</a:rPr>
              <a:t>✓ Verification: CLI tool (verify_audit_log.py)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420624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</a:rPr>
              <a:t>✓ Cost: $0 (local keys, no server)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1520" y="45720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</a:rPr>
              <a:t>✓ Scale: 50–200 cases/day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31520" y="493776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C3E50"/>
                </a:solidFill>
              </a:rPr>
              <a:t>✓ Admissibility: Forensically verifiable (public key in repo)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7132320"/>
            <a:ext cx="12344400" cy="731520"/>
          </a:xfrm>
          <a:prstGeom prst="rect">
            <a:avLst/>
          </a:prstGeom>
          <a:solidFill>
            <a:srgbClr val="F5F5F5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7223760"/>
            <a:ext cx="1197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65A82"/>
                </a:solidFill>
              </a:rPr>
              <a:t>✓ Write-before-emit: Audit record written to disk with JWS signature BEFORE determination returned to pipeline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225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65A82"/>
                </a:solidFill>
              </a:rPr>
              <a:t>GPA Architecture: Phase 3b/4 (Future - Deferred)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594360"/>
            <a:ext cx="1225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2C3E50"/>
                </a:solidFill>
              </a:rPr>
              <a:t>Hybrid MongoDB (online) + Signed JSONL Archive (forensic)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943600" cy="2926080"/>
          </a:xfrm>
          <a:prstGeom prst="roundRect">
            <a:avLst/>
          </a:prstGeom>
          <a:solidFill>
            <a:srgbClr val="00A896"/>
          </a:solidFill>
          <a:ln w="25400">
            <a:solidFill>
              <a:srgbClr val="2C3E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ONLINE: MongoDB Database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5394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✓ Real-time case queries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✓ Parallel writes (doc-level locks)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✓ Fast dashboard queries (50ms)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✓ Indexed: case_id, status, created_at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✓ Auto replication &amp; backup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✓ Serves nurses/physician queues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✓ Option: Local Docker or MongoDB Atlas cloud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858000" y="1097280"/>
            <a:ext cx="5943600" cy="2926080"/>
          </a:xfrm>
          <a:prstGeom prst="roundRect">
            <a:avLst/>
          </a:prstGeom>
          <a:solidFill>
            <a:srgbClr val="E8E8E8"/>
          </a:solidFill>
          <a:ln w="25400">
            <a:solidFill>
              <a:srgbClr val="2C3E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0880" y="12344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ARCHIVE: Signed JSONL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132320" y="1645920"/>
            <a:ext cx="55778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✓ Nightly export from MongoDB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✓ JWS signatures (phase 3a)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✓ Append-only, immutable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✓ Independently verifiable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✓ Forensic evidence grade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✓ Verifiable offline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✓ archive/signed_cases_*.jsonl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4206240"/>
            <a:ext cx="1234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Query Flows: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526280"/>
            <a:ext cx="5943600" cy="1005840"/>
          </a:xfrm>
          <a:prstGeom prst="rect">
            <a:avLst/>
          </a:prstGeom>
          <a:solidFill>
            <a:srgbClr val="F5F5F5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663440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</a:rPr>
              <a:t>Nurses/Dashboards: MongoDB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</a:rPr>
              <a:t>→ Real-time case status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</a:rPr>
              <a:t>→ Fast "pending" queries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858000" y="4526280"/>
            <a:ext cx="5943600" cy="1005840"/>
          </a:xfrm>
          <a:prstGeom prst="rect">
            <a:avLst/>
          </a:prstGeom>
          <a:solidFill>
            <a:srgbClr val="F5F5F5"/>
          </a:solidFill>
          <a:ln w="19050">
            <a:solidFill>
              <a:srgbClr val="52A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4663440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</a:rPr>
              <a:t>Auditors/Regulators: Archive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</a:rPr>
              <a:t>→ Verify audit trail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2C3E50"/>
                </a:solidFill>
              </a:rPr>
              <a:t>→ Prove no tampering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57200" y="5715000"/>
            <a:ext cx="1234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</a:rPr>
              <a:t>Cost &amp; Timeline: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035040"/>
            <a:ext cx="2743200" cy="640080"/>
          </a:xfrm>
          <a:prstGeom prst="rect">
            <a:avLst/>
          </a:prstGeom>
          <a:solidFill>
            <a:srgbClr val="E8E8E8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126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Local Docker: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$0 | Easy setup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383280" y="6035040"/>
            <a:ext cx="2743200" cy="640080"/>
          </a:xfrm>
          <a:prstGeom prst="rect">
            <a:avLst/>
          </a:prstGeom>
          <a:solidFill>
            <a:srgbClr val="E8E8E8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74720" y="61264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MongoDB Atlas: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C3E50"/>
                </a:solidFill>
              </a:rPr>
              <a:t>$50–200/mo | Cloud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6309360" y="6035040"/>
            <a:ext cx="2834640" cy="640080"/>
          </a:xfrm>
          <a:prstGeom prst="rect">
            <a:avLst/>
          </a:prstGeom>
          <a:solidFill>
            <a:srgbClr val="FF950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63093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TRIGGER: 100+ cases/day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57200" y="6858000"/>
            <a:ext cx="12344400" cy="914400"/>
          </a:xfrm>
          <a:prstGeom prst="rect">
            <a:avLst/>
          </a:prstGeom>
          <a:solidFill>
            <a:srgbClr val="F5F5F5"/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6949440"/>
            <a:ext cx="1197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5A82"/>
                </a:solidFill>
              </a:rPr>
              <a:t>STATUS: MongoDB is IN SCOPE for Phase 3b/4, DEFERRED from Phase 3a</a:t>
            </a:r>
            <a:endParaRPr lang="en-US" sz="700" dirty="0"/>
          </a:p>
          <a:p>
            <a:pPr indent="0" marL="0">
              <a:buNone/>
            </a:pPr>
            <a:endParaRPr lang="en-US" sz="700" dirty="0"/>
          </a:p>
          <a:p>
            <a:pPr indent="0" marL="0">
              <a:buNone/>
            </a:pPr>
            <a:r>
              <a:rPr lang="en-US" sz="700" b="1" dirty="0">
                <a:solidFill>
                  <a:srgbClr val="065A82"/>
                </a:solidFill>
              </a:rPr>
              <a:t>✓ Currently (Phase 3a): JSONL + JWS signatures work fine for pilot volume (50–200 cases/day)</a:t>
            </a:r>
            <a:endParaRPr lang="en-US" sz="700" dirty="0"/>
          </a:p>
          <a:p>
            <a:pPr indent="0" marL="0">
              <a:buNone/>
            </a:pPr>
            <a:r>
              <a:rPr lang="en-US" sz="700" b="1" dirty="0">
                <a:solidFill>
                  <a:srgbClr val="065A82"/>
                </a:solidFill>
              </a:rPr>
              <a:t>⏳ When pilot hits 100+: Evaluate MongoDB based on real performance data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2026-06-04T22:20:57Z</dcterms:created>
  <dcterms:modified xsi:type="dcterms:W3CDTF">2026-06-04T22:20:57Z</dcterms:modified>
</cp:coreProperties>
</file>
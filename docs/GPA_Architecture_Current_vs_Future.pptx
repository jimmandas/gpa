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225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GPA Architecture: Phase 3a 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1225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JWS Signatures (COMPLETE ✓ 2026-06-04)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286000" cy="914400"/>
          </a:xfrm>
          <a:prstGeom prst="roundRect">
            <a:avLst/>
          </a:prstGeom>
          <a:solidFill>
            <a:srgbClr val="028090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Provider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371600"/>
            <a:ext cx="2286000" cy="91440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Gates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371600"/>
            <a:ext cx="2286000" cy="914400"/>
          </a:xfrm>
          <a:prstGeom prst="roundRect">
            <a:avLst/>
          </a:prstGeom>
          <a:solidFill>
            <a:srgbClr val="52AA5E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JSONL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182880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1371600"/>
            <a:ext cx="1645920" cy="91440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188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Features: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✓ Storage: Local JSONL files (decision_log/)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✓ Signatures: RSA-PSS SHA-256 on each record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✓ Verification: CLI tool + Python API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✓ Cost: $0 (no server required)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7132320"/>
            <a:ext cx="12344400" cy="731520"/>
          </a:xfrm>
          <a:prstGeom prst="rect">
            <a:avLst/>
          </a:prstGeom>
          <a:solidFill>
            <a:srgbClr val="52AA5E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7315200"/>
            <a:ext cx="1197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PHASE 3A WEEK 1 COMPLETE — JWS signatures deployed (commit 28bc13c)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225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GPA Architecture: Phase 3a Part 2 (NOW ACTIVE)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1225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2C39A"/>
                </a:solidFill>
              </a:rPr>
              <a:t>MongoDB Implementation (Starting Week 2 ✓)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943600" cy="292608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ONLINE: MongoDB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✓ Real-time case queries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✓ Parallel writes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✓ Fast dashboard queries (50ms)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✓ Indexed by case_id, status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✓ Auto replication &amp; backup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✓ Serves nursing dashboards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0" y="1097280"/>
            <a:ext cx="5943600" cy="292608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234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ARCHIVE: Signed JSONL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64592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✓ Nightly export from MongoDB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✓ JWS signatures preserved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✓ Append-only, immutable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✓ Independently verifiable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✓ Forensic audit grade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✓ Verifiable offline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234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Implementation (Phase 3 Week 2-3):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→ persistence/mongo_client.py (CaseStore + MongoDBCaseStore)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→ logs/bilateral_logger_mongodb.py (sign-write to MongoDB)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→ ops/export_signed_cases.py (nightly JSONL export)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</a:rPr>
              <a:t>→ config/persistence.yaml (mode: jsonl ↔ mongodb)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5806440"/>
            <a:ext cx="1234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Cost Options: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6126480"/>
            <a:ext cx="29260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63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</a:rPr>
              <a:t>Local Docker: $0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6126480"/>
            <a:ext cx="29260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6263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</a:rPr>
              <a:t>MongoDB Atlas: $50–200/mo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6126480"/>
            <a:ext cx="29260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6263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</a:rPr>
              <a:t>Effort: 6–8 hours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784080" y="6126480"/>
            <a:ext cx="292608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6263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</a:rPr>
              <a:t>Risk: Low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6858000"/>
            <a:ext cx="12344400" cy="914400"/>
          </a:xfrm>
          <a:prstGeom prst="rect">
            <a:avLst/>
          </a:prstGeom>
          <a:solidFill>
            <a:srgbClr val="02C39A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967728"/>
            <a:ext cx="1197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USER APPROVAL: MongoDB moved from Phase 3b/4 (deferred) to Phase 3a (ACTIVE NOW)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Starts immediately after JWS signatures (Week 2-3). Hybrid architecture preserves forensic admissibility.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2026-06-04T22:24:06Z</dcterms:created>
  <dcterms:modified xsi:type="dcterms:W3CDTF">2026-06-04T22:24:06Z</dcterms:modified>
</cp:coreProperties>
</file>
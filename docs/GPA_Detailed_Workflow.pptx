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207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Detailed Decision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0" y="640080"/>
            <a:ext cx="3291840" cy="411480"/>
          </a:xfrm>
          <a:prstGeom prst="roundRect">
            <a:avLst/>
          </a:prstGeom>
          <a:solidFill>
            <a:srgbClr val="02809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7360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Submission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0" y="10789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• Imaging • Auth request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0" y="105156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6345936" y="120700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2743200" cy="914400"/>
          </a:xfrm>
          <a:prstGeom prst="roundRect">
            <a:avLst/>
          </a:prstGeom>
          <a:solidFill>
            <a:srgbClr val="00A896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4475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evidence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findings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743200" cy="914400"/>
          </a:xfrm>
          <a:prstGeom prst="roundRect">
            <a:avLst/>
          </a:prstGeom>
          <a:solidFill>
            <a:srgbClr val="00A896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44475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guidelines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criteria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Rules mapping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914400"/>
          </a:xfrm>
          <a:prstGeom prst="roundRect">
            <a:avLst/>
          </a:prstGeom>
          <a:solidFill>
            <a:srgbClr val="00A896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44475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rules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Exclusions/inclusions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ambiguities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098280" y="1371600"/>
            <a:ext cx="2743200" cy="914400"/>
          </a:xfrm>
          <a:prstGeom prst="roundRect">
            <a:avLst/>
          </a:prstGeom>
          <a:solidFill>
            <a:srgbClr val="02C39A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1432" y="1444752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8972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Synthesize rationale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score</a:t>
            </a:r>
            <a:endParaRPr lang="en-US" sz="650" dirty="0"/>
          </a:p>
          <a:p>
            <a:pPr algn="l" indent="0" marL="0">
              <a:buNone/>
            </a:pPr>
            <a:r>
              <a:rPr lang="en-US" sz="6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decisions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1828800" y="228600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773936" y="244144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28600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4654296" y="244144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228600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7534656" y="244144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69880" y="228600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10415016" y="244144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743200"/>
            <a:ext cx="1188720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839212"/>
            <a:ext cx="1170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Analysis: Evidence + Policy Context + Confidence Assessment (AI Analysis Only—NO DECISION)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0" y="3154680"/>
            <a:ext cx="0" cy="2286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6345936" y="3310128"/>
            <a:ext cx="109728" cy="109728"/>
          </a:xfrm>
          <a:prstGeom prst="triangle">
            <a:avLst/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383280"/>
            <a:ext cx="5669280" cy="1143000"/>
          </a:xfrm>
          <a:prstGeom prst="roundRect">
            <a:avLst/>
          </a:prstGeom>
          <a:solidFill>
            <a:srgbClr val="02C39A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8450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Reviewer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3657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Evidence quality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Policy alignment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Clinical signal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 escalation?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Forward or Escalate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675120" y="3383280"/>
            <a:ext cx="5669280" cy="1143000"/>
          </a:xfrm>
          <a:prstGeom prst="roundRect">
            <a:avLst/>
          </a:prstGeom>
          <a:solidFill>
            <a:srgbClr val="065A82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38450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Reviewer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657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Clinical appropriateness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Safety &amp; standard of care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Policy vs. judgment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Escalation decisions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APPROVE or ESCALATE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91840" y="4526280"/>
            <a:ext cx="0" cy="22860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0">
            <a:off x="3236976" y="4681728"/>
            <a:ext cx="109728" cy="109728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9509760" y="4526280"/>
            <a:ext cx="0" cy="2286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0800000">
            <a:off x="9454896" y="4681728"/>
            <a:ext cx="109728" cy="109728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4846320"/>
            <a:ext cx="3840480" cy="731520"/>
          </a:xfrm>
          <a:prstGeom prst="roundRect">
            <a:avLst/>
          </a:prstGeom>
          <a:solidFill>
            <a:srgbClr val="52AA5E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102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983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Physician-approved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decision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auditable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663440" y="4846320"/>
            <a:ext cx="3840480" cy="731520"/>
          </a:xfrm>
          <a:prstGeom prst="roundRect">
            <a:avLst/>
          </a:prstGeom>
          <a:solidFill>
            <a:srgbClr val="02809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5102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ESCALATE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0600" y="4983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for manual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 additional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assessment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8869680" y="4846320"/>
            <a:ext cx="3840480" cy="73152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0" y="51023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AUDIT TRAIL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06840" y="4983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decision log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record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reconstructible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65760" y="5760720"/>
            <a:ext cx="12070080" cy="594360"/>
          </a:xfrm>
          <a:prstGeom prst="rect">
            <a:avLst/>
          </a:prstGeom>
          <a:solidFill>
            <a:srgbClr val="F5F5F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852160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GOVERNANCE: (1) AI provides evidence only—no recommendations in output  (2) Schema prevents decision emission  (3) All decisions logged before delivery  (4) Physician controls approval &amp; escalation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65760" y="653796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top-to-bottom through agents (parallel), then consolidates for nurse review, escalates to physician for final decision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2026-06-04T18:05:07Z</dcterms:created>
  <dcterms:modified xsi:type="dcterms:W3CDTF">2026-06-04T18:05:07Z</dcterms:modified>
</cp:coreProperties>
</file>
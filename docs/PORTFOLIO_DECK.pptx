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confidence. The discipline IS the claim. Don't apologize for limits — they come later and they're a strength.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Lean into the differentiation: measurement + honest limits + portable craft. Most candidates show one of three; this artifact shows all three integrated.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outside all three patterns. The differentiation is the combination.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stack. Each layer enforces something the layer above relies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important slide. The strongest single insight in the deck. Buyers in regulated industries should learn to ask this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buckets emerged from a stakeholder map (template 02). The strongest single PM-craft signal in the eval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SDK telemetry — not modeled. That distinction matters when a CAIO asks 'how do you actually know your AI cost?'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honest-failure list IS the credibility move. Don't dwell — name, frame,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Ratio of project-to-craft artifacts is the strongest single indicator of senior-strategic PM operation.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project demonstrates portability; this artifact creates the conditions for that demonstration.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criteria mapped to artifact evidence. Cover the questions before they're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forward claim isn't aspirational. It's the same template that produced GPA, applied to a real production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Confident close. Don't pitch a process — pitch a conversation. The walkthrough is the offer, not the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GPA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Governed Prior Authorization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multi-agent governed AI workflow, built for regulated decision support.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10972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portfolio claim is not the product. The claim is the discipline that produced it.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5491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Jim Mandas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OPENING CLAIM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this proves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 can ship governed AI for regulated industries — with architectural guarantees, measured outcomes, and honest limits — at the bar a senior AI PM is hired against.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731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Most AI portfolios show a working demo.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portfolio shows a working demo that measures itself, names its failures, and produces transferable craft.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GPA — Governed Prior Authorization · Portfolio · Jim Mandas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138160" y="48234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THIS MATTERS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category gap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What the market is producing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What's missing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Vendor "AI-powered PA" wrappers (Cohere/Olive/Mendel etc.)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Audit substrate · determinism · decision-rights enforcement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"Responsible AI" framework white papers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Working systems with measured outcomes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Internal payer AI experiments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Portable craft · reproducible methodology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8229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gap is shippable governance — production-grade discipline applied to AI in regulated workflows. That's the category GPA built into.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GPA — Governed Prior Authorization · Portfolio · Jim Mandas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138160" y="48234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 BUILT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System at a glance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3152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691640"/>
            <a:ext cx="7973568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647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Agents (Sequential)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0574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evidence_summarizer → context_retriever → policy_mapper → reasoning_drafter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73152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2514600"/>
            <a:ext cx="7973568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5877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Hard Control Gates (Architectural, not policy)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28803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admission · source_verification · ai_decision_limit · denial · confidence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73152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" y="3337560"/>
            <a:ext cx="7973568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41071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Bilateral Audit Logger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37033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write-before-emit + fsync · every event hashed · every action durable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73152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" y="4160520"/>
            <a:ext cx="7973568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23367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Eval Framework v3 — 18 dims × 3 stakeholder buckets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45262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Value · Trust · Operational Reliability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Multi-agent · Governed · Measured · Auditable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GPA — Governed Prior Authorization · Portfolio · Jim Mandas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138160" y="48234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ARCHITECTURAL MOVE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cannot emit a decision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because we instructed it not 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Because the JSON schema has no decision field.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475488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889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reasoning_brief.json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supporting_evidence: [ 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3467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3467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uncertainty_flags: [ 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58444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5844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decision: &lt;does not exist&gt;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82219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82219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recommendation: &lt;does not exist&gt;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05993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405993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confidence: &lt;does not exist&gt;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32120" y="2788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Across 75 pipeline runs on 15 cases: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32120" y="30632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1.00</a:t>
            </a:r>
            <a:endParaRPr lang="en-US" sz="8000" dirty="0"/>
          </a:p>
        </p:txBody>
      </p:sp>
      <p:sp>
        <p:nvSpPr>
          <p:cNvPr id="20" name="Text 18"/>
          <p:cNvSpPr/>
          <p:nvPr/>
        </p:nvSpPr>
        <p:spPr>
          <a:xfrm>
            <a:off x="5532120" y="39319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ai_decision_limit score · 0 violations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Enforced governance. Not policy. Not aspirational. Structural.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GPA — Governed Prior Authorization · Portfolio · Jim Mandas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138160" y="48234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THE EVAL IS ORGANIZED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stakeholder buckets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2606040" cy="2331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3911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Value / Outcomes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4963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"Did it matter?"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Hiring manager · Design partner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dims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9272" y="1783080"/>
            <a:ext cx="260604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3319272" y="1874520"/>
            <a:ext cx="2606040" cy="2331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203911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Trust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02152" y="24963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"Can we rely on it safely?"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02152" y="31089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02152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Regulator · Compliance · Audit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02152" y="3749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dims · nests all 6 RAI categories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9904" y="1783080"/>
            <a:ext cx="260604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Shape 17"/>
          <p:cNvSpPr/>
          <p:nvPr/>
        </p:nvSpPr>
        <p:spPr>
          <a:xfrm>
            <a:off x="6089904" y="1874520"/>
            <a:ext cx="2606040" cy="2331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203911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Operational Reliability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272784" y="24963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"Can it operate at scale?"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72784" y="31089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AUDIENCE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72784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Engineering · SRE · Operations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72784" y="3749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dims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Stakeholder-question-first framing. Most eval frameworks organize around researcher categories. This one organizes around the question the reader is reading the report to answer.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GPA — Governed Prior Authorization · Portfolio · Jim Mandas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38160" y="48234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NUMBERS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Results from this morning's eval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cases × 5 reps = 75 pipeline runs · Sonnet (dev tier) · Real SDK telemetry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96596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Adversarial bypass 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24328" y="2148840"/>
            <a:ext cx="196596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24328" y="22860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15768" y="28803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Citation correctness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0016" y="2148840"/>
            <a:ext cx="196596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22860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$0.291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91456" y="28803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Cost per case · SDK-measured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75704" y="2148840"/>
            <a:ext cx="196596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75704" y="22860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$+2.73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867144" y="28803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ROI per case · heuristic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5486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Bucket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Pass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Highlights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Value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3/4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p50 wall 58.4s · ROI $+2.73/case · cost real SDK telemetry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Trust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7/8 scored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Adversarial bypass 0% · citation 1.00 · faithfulness 0.97 (cross-vendor judge)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Operational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2/3 scored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p90 latency 77.9s · reproducibility 0.89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GPA — Governed Prior Authorization · Portfolio · Jim Mandas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138160" y="48234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HONEST FAILURES, NAMED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What's not working — and why we say so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dims failed. We document each instead of hiding them.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6576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Failing dim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Root cause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Backlog reference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false_escalation_rate · 60%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Sonnet over-escalates judgment-intensive cases; Opus tightens this.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3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PHASE_3_BACKLOG #17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clinical_signal_accuracy · 58%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Sonnet variance on schema-strict outputs on hard cases.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3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Known limit · ship-tier resolves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pipeline_completion_rate · 59%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Sonnet stability issues on adversarial cases.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3E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Documented · Opus reduces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069080"/>
            <a:ext cx="8046720" cy="8686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1605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THIS IS A STRENGTH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" y="440740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committee reading "15/15 passing" reads luck or deception. A committee reading "8/15 passing with named root causes" reads judgment.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GPA — Governed Prior Authorization · Portfolio · Jim Mandas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138160" y="48234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PROCESS ARTIFACTS EXTRACTED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portfolio is more than the project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the build, I extracted 11 transferable craft artifacts beyond the system itself.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0604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86000"/>
            <a:ext cx="2606040" cy="2240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231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PM-PLANNING TEMPLATES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Apply to any AI build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Eval version roadmap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Eval stakeholder map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Milestone definitions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Operational Contract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Failure-mode coverage matrix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Customer anchor declaration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memory loading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Python project bootstrap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9272" y="2194560"/>
            <a:ext cx="260604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3319272" y="2286000"/>
            <a:ext cx="2606040" cy="2240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24231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GOVERNANCE SUBAGENTS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02152" y="26517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Project-level reviewers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02152" y="30175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gpa-eval-critic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02152" y="32735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Catches eval-framework drift before ship.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02152" y="37033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gpa-pre-commit-reviewer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02152" y="39593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Catches invariant violations before commit.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9904" y="2194560"/>
            <a:ext cx="260604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Shape 17"/>
          <p:cNvSpPr/>
          <p:nvPr/>
        </p:nvSpPr>
        <p:spPr>
          <a:xfrm>
            <a:off x="6089904" y="2286000"/>
            <a:ext cx="2606040" cy="2240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24231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PROJECT-MEMORY MODEL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72784" y="26517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Cross-session continuity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72784" y="30175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— User CLAUDE.md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— Project CLAUDE.md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 — Memory MEMORY.md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 — CURRENT_TASK.md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72784" y="4114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Bridge that survives session resets.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GPA — Governed Prior Authorization · Portfolio · Jim Mandas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138160" y="48234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PATTERN TRANSFER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Craft generalizes; one project demonstrates portability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11 artifacts are deliberately architecture-agnostic. They apply across: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58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VERTICALS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47802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Regulatory affairs · Financial services · Clinical research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52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ARCHITECTURES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072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Graph RAG · Hybrid · Agentic search · Vector RAG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447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GOVERNANCE REGIMES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6667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HIPAA · SOC2 · FDA-equivalent · Internal compliance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8046720" cy="8686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251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transfer IS the senior-PM-craft claim.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5902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project shows a result. The portable craft shows it wasn't an accident.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GPA — Governed Prior Authorization · Portfolio · Jim Mandas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38160" y="48234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THIS MEANS FOR HIRING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candidate fit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303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What you're hiring for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What this artifact demonstrates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Ship AI in production safely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Architectural governance · audit substrate · determinism contract · real cost telemetry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Measurement maturity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18-dim eval framework with bucket grouping · honest failure surfacing · cross-vendor judge · recalibrated thresholds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Scope discipline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Documented scope deltas · customer-anchor declaration · Phase 3 backlog with trigger conditions · killed work documented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Independent judgment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Killed hyped meta-eval (Cohen's κ) · refused 15/15 cherry-pick narrative · named synthetic-data limit explicitly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PM craft transferability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11 portable artifacts extracted from the build · stakeholder-question-first eval framing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GPA — Governed Prior Authorization · Portfolio · Jim Mandas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138160" y="48234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FORWARD CLAIM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I'd build with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 you hire me to lead a governed AI initiative, here's the discipline I bring on day 1.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210312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Customer anchor · milestone definitions · eval version roadmap · stakeholder map.  Not code.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32304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505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245059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Operational Contract · failure-mode coverage matrix · scope doc.  Quantitative thresholds.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79776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980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798064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architectural decisions · ADRs · repo skeleton with 4-layer project loading.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27248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4553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 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3145536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measurable eval results against a defined baseline.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930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349300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Demo-ready governed system with honest measurement, named limits, documented scope cuts.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22192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404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3840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Pilot-ready with SME validation, real production telemetry, dataset expansion.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69664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879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12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418795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Regulator-ready with multi-rater agreement, field evidence, audit trail.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6177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Same discipline. Different vertical. Real production stakes.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GPA — Governed Prior Authorization · Portfolio · Jim Mandas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38160" y="48234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CLOSING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a take-home.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a coding test.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45-minute walkthrough of your team's hardest governance question.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I'll bring the GPA artifacts. We'll talk through where the discipline transfers to your context and where it doesn't. By the end you'll know whether the craft matches the role.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389120"/>
            <a:ext cx="749808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9884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 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jim.mandas@gmail.com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github.com/jimmandas/GPA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GPA — Portfolio Deck for CAIO / AI PM Hiring Manager</dc:title>
  <dc:subject>Governed AI for regulated industries</dc:subject>
  <dc:creator>Jim Mandas</dc:creator>
  <cp:lastModifiedBy>Jim Mandas</cp:lastModifiedBy>
  <cp:revision>1</cp:revision>
  <dcterms:created xsi:type="dcterms:W3CDTF">2026-05-30T20:17:55Z</dcterms:created>
  <dcterms:modified xsi:type="dcterms:W3CDTF">2026-05-30T20:17:55Z</dcterms:modified>
</cp:coreProperties>
</file>
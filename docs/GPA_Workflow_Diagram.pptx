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Prior Authorization Workflow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decision pipeline: provider submission through physician review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645920" cy="731520"/>
          </a:xfrm>
          <a:prstGeom prst="roundRect">
            <a:avLst/>
          </a:prstGeom>
          <a:solidFill>
            <a:srgbClr val="028090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request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828800"/>
            <a:ext cx="640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1773936"/>
            <a:ext cx="137160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1463040"/>
            <a:ext cx="1645920" cy="73152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summary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mapping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 draft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640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773936"/>
            <a:ext cx="137160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463040"/>
            <a:ext cx="1645920" cy="73152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Assess case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Escalation flag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1828800"/>
            <a:ext cx="640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22008" y="1773936"/>
            <a:ext cx="137160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463040"/>
            <a:ext cx="1645920" cy="73152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Flow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1828800" cy="109728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History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3108960"/>
            <a:ext cx="1828800" cy="109728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Factors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1828800" cy="109728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Logged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0" y="3108960"/>
            <a:ext cx="1828800" cy="109728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(No Denial)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AI-emitted decisions  •  ✓ All cases auditable  •  ✓ Physician controls all denials  •  ✓ Escalation-gated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2026-06-04T17:55:58Z</dcterms:created>
  <dcterms:modified xsi:type="dcterms:W3CDTF">2026-06-04T17:55:58Z</dcterms:modified>
</cp:coreProperties>
</file>